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 err="1"/>
              <a:t>AFiX</a:t>
            </a:r>
            <a:endParaRPr lang="en-IN" sz="28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DB59964-656D-F5D0-4F4B-31A1C5E5C7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 err="1"/>
              <a:t>AFiX</a:t>
            </a:r>
            <a:endParaRPr lang="en-IN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6751AEA-4B17-D1D8-BABF-3208351539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 err="1"/>
              <a:t>AFiX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7A23880-0C03-BDB7-1CF4-813E238B3F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 err="1"/>
              <a:t>AFiX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BBAA1C3-6036-1925-4353-F361580D45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 err="1"/>
              <a:t>AFiX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328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Prem Kumar</cp:lastModifiedBy>
  <cp:revision>149</cp:revision>
  <dcterms:created xsi:type="dcterms:W3CDTF">2013-12-12T18:46:50Z</dcterms:created>
  <dcterms:modified xsi:type="dcterms:W3CDTF">2026-09-08T19:07:38Z</dcterms:modified>
  <cp:category/>
</cp:coreProperties>
</file>